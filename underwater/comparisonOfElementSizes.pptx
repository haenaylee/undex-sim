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62" r:id="rId4"/>
    <p:sldId id="260" r:id="rId5"/>
    <p:sldId id="264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41"/>
    <p:restoredTop sz="94667"/>
  </p:normalViewPr>
  <p:slideViewPr>
    <p:cSldViewPr snapToGrid="0">
      <p:cViewPr>
        <p:scale>
          <a:sx n="100" d="100"/>
          <a:sy n="100" d="100"/>
        </p:scale>
        <p:origin x="1232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86C65-00FD-7C59-42AB-54281FB33A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94DDB8-46FC-7BEC-60B9-ACC065D913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620D5-85DC-3D3E-6338-5A02EB79F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91E38-E04A-C24F-971A-E8800F0F151B}" type="datetimeFigureOut">
              <a:rPr lang="en-US" smtClean="0"/>
              <a:t>8/14/25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F1B41-FE01-2998-7A75-50C42407F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D00D1-D7EA-494E-2B3A-9A298A5F8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E8887-5C04-304E-BA9D-4553A1182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292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2DB37-7351-4902-370B-303ABB6CE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31AC8-DD5D-2BE2-8F15-563BCD06E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E96391-C35B-8EEE-8BCB-1525E8ADA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91E38-E04A-C24F-971A-E8800F0F151B}" type="datetimeFigureOut">
              <a:rPr lang="en-US" smtClean="0"/>
              <a:t>8/14/25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BE0AE-7168-11CC-12D0-583C3288C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A6EC2-691A-2E49-662F-DCB8C0ED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E8887-5C04-304E-BA9D-4553A1182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148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1C2DB-6DE1-56C9-AB40-9649C3975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A7CBE3-DCF1-6B04-714F-C9AF57AC9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EAB94-3152-B427-4482-E195CAA3D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91E38-E04A-C24F-971A-E8800F0F151B}" type="datetimeFigureOut">
              <a:rPr lang="en-US" smtClean="0"/>
              <a:t>8/14/25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F5F72-48CC-22BE-3F6F-644DB5BAC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CC861-D1CA-0C90-C113-D3CBF1E8A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E8887-5C04-304E-BA9D-4553A1182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768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A083D-9F0D-CD25-2C64-A3EC2F007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5E8C2-B761-081C-DB34-B2ED3FE887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DBE472-CF38-FEFC-91BB-39F2E99739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B7365C-4606-CB60-AD38-24FCFB3E9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91E38-E04A-C24F-971A-E8800F0F151B}" type="datetimeFigureOut">
              <a:rPr lang="en-US" smtClean="0"/>
              <a:t>8/14/25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3148D0-AE8F-1967-9B16-C47D194E3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DBD612-2BD8-ED14-5581-9A8020D84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E8887-5C04-304E-BA9D-4553A1182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608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D33A5-CEEE-E839-E3BC-A5F06E2C3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7CB143-CBFA-8FA8-347F-F233D20687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897195-5271-F83F-ADC4-8900F4D200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BD8D81-5142-80DE-A8CC-626C1A1B2E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66E3F2-58E9-E0FC-28CA-1E5746FCEC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BF443E-0434-4E96-0F7A-40F24B6F5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91E38-E04A-C24F-971A-E8800F0F151B}" type="datetimeFigureOut">
              <a:rPr lang="en-US" smtClean="0"/>
              <a:t>8/14/25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18C84D-C969-5BD8-A231-99288052E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B9198D-968C-5B80-CD29-735E9DE63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E8887-5C04-304E-BA9D-4553A1182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375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FE58B-62D5-91CD-F7C3-CCB929E87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7ECF72-3AA8-42D7-B40E-A4DEC4B51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91E38-E04A-C24F-971A-E8800F0F151B}" type="datetimeFigureOut">
              <a:rPr lang="en-US" smtClean="0"/>
              <a:t>8/14/25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C16555-A6D5-3556-997D-4AC17CC96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6BE183-0C13-1E30-DC78-2DF673C18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E8887-5C04-304E-BA9D-4553A1182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109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AEE2B3-65C3-A34A-3BE4-88CC8902B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91E38-E04A-C24F-971A-E8800F0F151B}" type="datetimeFigureOut">
              <a:rPr lang="en-US" smtClean="0"/>
              <a:t>8/14/25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2FB70D-5FEF-91C1-60D4-844A47F28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1AB75F-E06E-FBEA-A531-9FE0AAE47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E8887-5C04-304E-BA9D-4553A1182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554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18E63-EC12-975A-AB0A-771B5B763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34DA4-8B1E-D5C7-1C1B-77E002529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ABBBF7-ED49-0845-0274-9509D5C43A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EFC6D6-2249-E056-7E21-A0A7E09FE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91E38-E04A-C24F-971A-E8800F0F151B}" type="datetimeFigureOut">
              <a:rPr lang="en-US" smtClean="0"/>
              <a:t>8/14/25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F0B068-D6DC-7414-DAC4-9D83664D9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82D4A-688C-E113-723E-150072E77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E8887-5C04-304E-BA9D-4553A1182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586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647B3-EC39-0DF1-7C27-DFD5E782C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5F5D5E-3183-1370-EEE8-51663CA4AF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0C150F-F8D0-5F39-470C-83DB3626C9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158F51-6E1D-4B61-9C13-33CEC1D2B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91E38-E04A-C24F-971A-E8800F0F151B}" type="datetimeFigureOut">
              <a:rPr lang="en-US" smtClean="0"/>
              <a:t>8/14/25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6DD385-9BE7-74A2-6D20-FC438C5B5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87ECD7-7FD2-7D02-6F90-1703F4A4D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E8887-5C04-304E-BA9D-4553A1182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882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9CBF0-E399-7ACD-2228-C3148E7BC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73769C-8D2D-FEC4-A7FE-E4F2F0DCB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1BCCA-7208-BBB1-D477-86C94ADF7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91E38-E04A-C24F-971A-E8800F0F151B}" type="datetimeFigureOut">
              <a:rPr lang="en-US" smtClean="0"/>
              <a:t>8/14/25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DCAFE-5E77-9FA4-EBCD-EA21F28E2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7661D-A399-2E97-88EE-AFE428543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E8887-5C04-304E-BA9D-4553A1182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804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A433FA-9F43-C086-4EB6-B5993CD539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13F717-954A-D97A-BE61-654FDE254E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222E0-EDB4-DBB4-8E4B-214E97C2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91E38-E04A-C24F-971A-E8800F0F151B}" type="datetimeFigureOut">
              <a:rPr lang="en-US" smtClean="0"/>
              <a:t>8/14/25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F7F3C-A1F7-C687-9D98-C22610D66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0C953-F6F7-7422-8078-E8C6119C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E8887-5C04-304E-BA9D-4553A1182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327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6B3D73-772C-7B5B-0E28-6839E8E95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C81715-4FDE-5AC8-2FEA-596CFD4FB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82F5B-6531-9F76-686F-E914FB013B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391E38-E04A-C24F-971A-E8800F0F151B}" type="datetimeFigureOut">
              <a:rPr lang="en-US" smtClean="0"/>
              <a:t>8/14/25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006CA-416F-CE55-2CC7-E123D66F6C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48BC5-871E-32E3-3F12-55F3C55778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E8887-5C04-304E-BA9D-4553A1182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745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4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0" Type="http://schemas.openxmlformats.org/officeDocument/2006/relationships/image" Target="../media/image61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Relationship Id="rId14" Type="http://schemas.openxmlformats.org/officeDocument/2006/relationships/image" Target="../media/image6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77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12" Type="http://schemas.openxmlformats.org/officeDocument/2006/relationships/image" Target="../media/image76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5" Type="http://schemas.openxmlformats.org/officeDocument/2006/relationships/image" Target="../media/image69.png"/><Relationship Id="rId10" Type="http://schemas.openxmlformats.org/officeDocument/2006/relationships/image" Target="../media/image74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Relationship Id="rId14" Type="http://schemas.openxmlformats.org/officeDocument/2006/relationships/image" Target="../media/image7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0DB76B0-84D0-3F1F-BF5F-D3D265528F25}"/>
              </a:ext>
            </a:extLst>
          </p:cNvPr>
          <p:cNvSpPr txBox="1"/>
          <p:nvPr/>
        </p:nvSpPr>
        <p:spPr>
          <a:xfrm>
            <a:off x="173620" y="115747"/>
            <a:ext cx="18261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Pressure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Max p set to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0.2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7C5A6C-B3F8-3F0A-16FA-BC29A163F899}"/>
              </a:ext>
            </a:extLst>
          </p:cNvPr>
          <p:cNvSpPr txBox="1"/>
          <p:nvPr/>
        </p:nvSpPr>
        <p:spPr>
          <a:xfrm>
            <a:off x="265060" y="1652886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Frame 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964D03-8CC9-1714-3026-9BF551E1818A}"/>
              </a:ext>
            </a:extLst>
          </p:cNvPr>
          <p:cNvSpPr txBox="1"/>
          <p:nvPr/>
        </p:nvSpPr>
        <p:spPr>
          <a:xfrm>
            <a:off x="275983" y="3429000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Frame 16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BD1B6F-5798-9C2D-9B96-B382ACC46A25}"/>
              </a:ext>
            </a:extLst>
          </p:cNvPr>
          <p:cNvSpPr txBox="1"/>
          <p:nvPr/>
        </p:nvSpPr>
        <p:spPr>
          <a:xfrm>
            <a:off x="265060" y="5334519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Frame 27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863814-0326-EDE8-3D23-BD395C1EBB04}"/>
              </a:ext>
            </a:extLst>
          </p:cNvPr>
          <p:cNvSpPr txBox="1"/>
          <p:nvPr/>
        </p:nvSpPr>
        <p:spPr>
          <a:xfrm>
            <a:off x="1878914" y="75529"/>
            <a:ext cx="2306463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LS-DYNA example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element size = 1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overall max p ~ 0.11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dimensions: 100x100x1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73FEC9D-535F-AD2B-F3AC-70BDCD03A31E}"/>
              </a:ext>
            </a:extLst>
          </p:cNvPr>
          <p:cNvSpPr txBox="1"/>
          <p:nvPr/>
        </p:nvSpPr>
        <p:spPr>
          <a:xfrm>
            <a:off x="4511641" y="78574"/>
            <a:ext cx="2065394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squareMesh32x32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element size = 1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overall max p ~ 0.11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dimensions: 32x32x1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32B5990-7F48-7B91-3F24-20B0685090A1}"/>
              </a:ext>
            </a:extLst>
          </p:cNvPr>
          <p:cNvSpPr txBox="1"/>
          <p:nvPr/>
        </p:nvSpPr>
        <p:spPr>
          <a:xfrm>
            <a:off x="7103022" y="78966"/>
            <a:ext cx="1954381" cy="8156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refinedMesh05_32x32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element size = 0.5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overall max p ~ 0.14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dimensions: 32x32x1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4C3B7F0-891A-0872-6ECA-53C8A6372369}"/>
              </a:ext>
            </a:extLst>
          </p:cNvPr>
          <p:cNvSpPr txBox="1"/>
          <p:nvPr/>
        </p:nvSpPr>
        <p:spPr>
          <a:xfrm>
            <a:off x="9567763" y="78573"/>
            <a:ext cx="2053767" cy="8156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refinedMesh016_32x32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element size = 0.16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overall max p ~ 0.19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dimensions: 32x32x1 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0C9A8BB-D59D-E15E-067A-035FA5B62F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73" r="7253"/>
          <a:stretch>
            <a:fillRect/>
          </a:stretch>
        </p:blipFill>
        <p:spPr>
          <a:xfrm>
            <a:off x="11583843" y="483333"/>
            <a:ext cx="601960" cy="14986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0871E9B-206B-27E4-2FA3-55E8A5CAD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4944" y="891137"/>
            <a:ext cx="1933861" cy="193692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B1B8CC2-7595-4E51-27A7-65DABBFA6E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4086" y="4861739"/>
            <a:ext cx="1949758" cy="195284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73A74315-AAFA-4C93-C373-0C79869B93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4086" y="2860279"/>
            <a:ext cx="1949757" cy="1952847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E4E7C65-2019-C7C7-5722-7BCFA04679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7629" y="891137"/>
            <a:ext cx="1933861" cy="19400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E635CD63-F657-6B44-E26C-810868AD55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24096" y="2863730"/>
            <a:ext cx="1946669" cy="195284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0AD4BB1F-51EB-8836-61B2-9335DDF4862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24096" y="4861739"/>
            <a:ext cx="1933860" cy="19400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C536161-B4E3-6031-3D4E-29C94C89734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03081" y="909565"/>
            <a:ext cx="1933862" cy="194000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150172CC-ACF8-B4D2-C82D-14D0A450C37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03081" y="2900319"/>
            <a:ext cx="1933860" cy="19400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5E7ECDC4-0099-CD7E-3101-EDB6A0BBDEC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03081" y="4876626"/>
            <a:ext cx="1933860" cy="19400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B18008F2-249B-B3DF-BC44-370847E40C2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89560" y="909566"/>
            <a:ext cx="1933861" cy="1940001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3A12DF2-02E4-E665-3F1E-670E431D87A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89560" y="2896777"/>
            <a:ext cx="1937391" cy="1943542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122BC9BC-98F0-98D2-D938-8370FA3C35C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97061" y="4880168"/>
            <a:ext cx="1937391" cy="1943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30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1C6A3-7107-339C-47F0-5895E30E1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4EA392E-0C5B-38B8-A519-941BB0D108D1}"/>
              </a:ext>
            </a:extLst>
          </p:cNvPr>
          <p:cNvSpPr txBox="1"/>
          <p:nvPr/>
        </p:nvSpPr>
        <p:spPr>
          <a:xfrm>
            <a:off x="173620" y="115747"/>
            <a:ext cx="19543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Pressure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Max p set to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0.15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303DA0-2724-E6A3-0250-2BD12B4E0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3319" y="2880502"/>
            <a:ext cx="1936418" cy="19394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1FD7299-5CE9-8713-9C05-F71C489B7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3319" y="893993"/>
            <a:ext cx="1936418" cy="193948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1C89051-4E8A-4DF8-86BE-6FE8F1C1EB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3276" y="4867012"/>
            <a:ext cx="1936418" cy="193948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D1B6E6F-12A5-E6E2-998A-C32568FADEF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" r="9102"/>
          <a:stretch>
            <a:fillRect/>
          </a:stretch>
        </p:blipFill>
        <p:spPr>
          <a:xfrm>
            <a:off x="11596916" y="483959"/>
            <a:ext cx="600290" cy="14605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AB07AC5-D0FE-397B-A3AE-52826F4E53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4452" y="4883871"/>
            <a:ext cx="1933349" cy="193948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596EA2B-59E3-6397-4D8E-BDC6A501A0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5031" y="2881900"/>
            <a:ext cx="1954380" cy="196058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18DA607-CBCF-9E96-3BF4-911415EB9A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03022" y="891136"/>
            <a:ext cx="1954381" cy="196058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6B7056B-A14D-F44D-389A-D24FC1E2E1E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17175" y="4891129"/>
            <a:ext cx="1909309" cy="191537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8A44B74-B464-E5D7-F6DE-69F68238E85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10890" y="2904761"/>
            <a:ext cx="1927024" cy="193314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5C8A8225-3325-7377-7896-EAB792BF07D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10889" y="891136"/>
            <a:ext cx="1957388" cy="1963603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93465F3C-1138-0214-1455-6DD047FBFC6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64311" y="4891129"/>
            <a:ext cx="1933349" cy="193948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2A84075-B711-A7D1-E355-DF8F33A54B7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64311" y="2904760"/>
            <a:ext cx="1933349" cy="1939487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83BF01B4-0754-B279-A42E-7AC35DB47D4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64311" y="896571"/>
            <a:ext cx="1957390" cy="1963604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3FB857E1-B419-9CDD-462C-4FC13A0F88A8}"/>
              </a:ext>
            </a:extLst>
          </p:cNvPr>
          <p:cNvSpPr txBox="1"/>
          <p:nvPr/>
        </p:nvSpPr>
        <p:spPr>
          <a:xfrm>
            <a:off x="265060" y="1652886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Frame 10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6F72E0F-0CCC-D22A-8E69-693AE92C4231}"/>
              </a:ext>
            </a:extLst>
          </p:cNvPr>
          <p:cNvSpPr txBox="1"/>
          <p:nvPr/>
        </p:nvSpPr>
        <p:spPr>
          <a:xfrm>
            <a:off x="275983" y="3429000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Frame 16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C92AB42-D3AA-2913-8C7B-8B62FDDA4C0B}"/>
              </a:ext>
            </a:extLst>
          </p:cNvPr>
          <p:cNvSpPr txBox="1"/>
          <p:nvPr/>
        </p:nvSpPr>
        <p:spPr>
          <a:xfrm>
            <a:off x="265060" y="5334519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Frame 27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1DD8604-7855-AC54-F86C-8E3E9DA3BD87}"/>
              </a:ext>
            </a:extLst>
          </p:cNvPr>
          <p:cNvSpPr txBox="1"/>
          <p:nvPr/>
        </p:nvSpPr>
        <p:spPr>
          <a:xfrm>
            <a:off x="1878914" y="75529"/>
            <a:ext cx="2306463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LS-DYNA example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element size = 1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overall max p ~ 0.11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dimensions: 100x100x1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47D2FF0-80CD-1B19-3476-4A2CA64B863A}"/>
              </a:ext>
            </a:extLst>
          </p:cNvPr>
          <p:cNvSpPr txBox="1"/>
          <p:nvPr/>
        </p:nvSpPr>
        <p:spPr>
          <a:xfrm>
            <a:off x="4511641" y="78574"/>
            <a:ext cx="2065394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squareMesh32x32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element size = 1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overall max p ~ 0.11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dimensions: 32x32x1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9EB08AE-9D67-7B45-DE66-8AE336C21F94}"/>
              </a:ext>
            </a:extLst>
          </p:cNvPr>
          <p:cNvSpPr txBox="1"/>
          <p:nvPr/>
        </p:nvSpPr>
        <p:spPr>
          <a:xfrm>
            <a:off x="7103022" y="78966"/>
            <a:ext cx="1954381" cy="8156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refinedMesh05_32x32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element size = 0.5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overall max p ~ 0.14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dimensions: 32x32x1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39941B0-C272-B4E5-1B68-2AEAAE238121}"/>
              </a:ext>
            </a:extLst>
          </p:cNvPr>
          <p:cNvSpPr txBox="1"/>
          <p:nvPr/>
        </p:nvSpPr>
        <p:spPr>
          <a:xfrm>
            <a:off x="9567763" y="78573"/>
            <a:ext cx="2053767" cy="8156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refinedMesh016_32x32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element size = 0.16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overall max p ~ 0.19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dimensions: 32x32x1 </a:t>
            </a:r>
          </a:p>
        </p:txBody>
      </p:sp>
    </p:spTree>
    <p:extLst>
      <p:ext uri="{BB962C8B-B14F-4D97-AF65-F5344CB8AC3E}">
        <p14:creationId xmlns:p14="http://schemas.microsoft.com/office/powerpoint/2010/main" val="4061720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DEEA5-1C9D-DB06-81AF-2D7B728D6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A95C3E-9085-BBAE-4E1E-9DBF74F47F30}"/>
              </a:ext>
            </a:extLst>
          </p:cNvPr>
          <p:cNvSpPr txBox="1"/>
          <p:nvPr/>
        </p:nvSpPr>
        <p:spPr>
          <a:xfrm>
            <a:off x="173620" y="115747"/>
            <a:ext cx="18261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Pressure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Max p set to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0.1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6C8BD7-C262-55E6-F052-B0F9AF026A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206" b="-1453"/>
          <a:stretch>
            <a:fillRect/>
          </a:stretch>
        </p:blipFill>
        <p:spPr>
          <a:xfrm>
            <a:off x="11585471" y="501846"/>
            <a:ext cx="601937" cy="15203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2ABBA8-5485-19F1-0BE0-29FF3BDB68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9702" y="891137"/>
            <a:ext cx="1944008" cy="194708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FE3402D-C012-5041-4478-A2E4B28DA8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1007" y="2887229"/>
            <a:ext cx="1926051" cy="192910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268A95B-B0D6-F4DE-BBAE-2D4F688BCB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1007" y="4865336"/>
            <a:ext cx="1926049" cy="192910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22F3787-C2B0-2552-2CB6-96F5D41282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3853" y="881552"/>
            <a:ext cx="1940927" cy="194708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542F227-3FEF-BADC-4FF4-BC178A179E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3853" y="2887229"/>
            <a:ext cx="1922998" cy="192910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345CEF9-4919-BBA6-EA65-709233DCE6A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03854" y="4885223"/>
            <a:ext cx="1922998" cy="192910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EAF6094-7BAB-7E4A-8D43-756A10D2AA1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38332" y="887319"/>
            <a:ext cx="1940928" cy="194709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A1A498C-69F7-D882-F727-6F72BA40D07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33725" y="2887229"/>
            <a:ext cx="1940928" cy="194709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1C005E8-D697-6763-A3B2-4B0E924D732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33286" y="4885223"/>
            <a:ext cx="1929564" cy="193569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9CCA10A-4A24-99A1-3B86-DB2F920A4DF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76501" y="903303"/>
            <a:ext cx="1929563" cy="193568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50037F03-17D2-5EBE-372F-362CEF12F53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76130" y="2893074"/>
            <a:ext cx="1929564" cy="193568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3F93A9C5-AA31-AE1D-CDFF-94446ACA445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76131" y="4888583"/>
            <a:ext cx="1929564" cy="1935689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0828BE8A-D90F-9F25-15BC-E363CD7458C4}"/>
              </a:ext>
            </a:extLst>
          </p:cNvPr>
          <p:cNvSpPr txBox="1"/>
          <p:nvPr/>
        </p:nvSpPr>
        <p:spPr>
          <a:xfrm>
            <a:off x="1878914" y="75529"/>
            <a:ext cx="2306463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LS-DYNA example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element size = 1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overall max p ~ 0.11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dimensions: 100x100x1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E1EF005-F948-9CF2-9E80-89E4B762D2C7}"/>
              </a:ext>
            </a:extLst>
          </p:cNvPr>
          <p:cNvSpPr txBox="1"/>
          <p:nvPr/>
        </p:nvSpPr>
        <p:spPr>
          <a:xfrm>
            <a:off x="4488781" y="78574"/>
            <a:ext cx="2065394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squareMesh32x32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element size = 1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overall max p ~ 0.11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dimensions: 32x32x1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1EF7A71-B924-0F02-CF07-CF18D97045B7}"/>
              </a:ext>
            </a:extLst>
          </p:cNvPr>
          <p:cNvSpPr txBox="1"/>
          <p:nvPr/>
        </p:nvSpPr>
        <p:spPr>
          <a:xfrm>
            <a:off x="7057302" y="78966"/>
            <a:ext cx="1954381" cy="8156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refinedMesh05_32x32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element size = 0.5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overall max p ~ 0.14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dimensions: 32x32x1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E2786D4-C106-B8F5-62EE-0980A36CADE5}"/>
              </a:ext>
            </a:extLst>
          </p:cNvPr>
          <p:cNvSpPr txBox="1"/>
          <p:nvPr/>
        </p:nvSpPr>
        <p:spPr>
          <a:xfrm>
            <a:off x="9556333" y="78573"/>
            <a:ext cx="2053767" cy="8156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refinedMesh016_32x32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element size = 0.16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overall max p ~ 0.19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dimensions: 32x32x1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4D309AD-C56D-B7A2-11B1-55CF5EE12371}"/>
              </a:ext>
            </a:extLst>
          </p:cNvPr>
          <p:cNvSpPr txBox="1"/>
          <p:nvPr/>
        </p:nvSpPr>
        <p:spPr>
          <a:xfrm>
            <a:off x="265060" y="1652886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Frame 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CB19284-F61A-F389-EC5F-9729E8932D0D}"/>
              </a:ext>
            </a:extLst>
          </p:cNvPr>
          <p:cNvSpPr txBox="1"/>
          <p:nvPr/>
        </p:nvSpPr>
        <p:spPr>
          <a:xfrm>
            <a:off x="275983" y="3429000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Frame 16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A8270D-6D41-3322-4349-FCC40CA9295B}"/>
              </a:ext>
            </a:extLst>
          </p:cNvPr>
          <p:cNvSpPr txBox="1"/>
          <p:nvPr/>
        </p:nvSpPr>
        <p:spPr>
          <a:xfrm>
            <a:off x="265060" y="5334519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Frame 27</a:t>
            </a:r>
          </a:p>
        </p:txBody>
      </p:sp>
    </p:spTree>
    <p:extLst>
      <p:ext uri="{BB962C8B-B14F-4D97-AF65-F5344CB8AC3E}">
        <p14:creationId xmlns:p14="http://schemas.microsoft.com/office/powerpoint/2010/main" val="3530103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6CC9D-4C19-FFF3-BE30-ADFE27DE0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695197-79DF-5A7C-B980-BA94E3643606}"/>
              </a:ext>
            </a:extLst>
          </p:cNvPr>
          <p:cNvSpPr txBox="1"/>
          <p:nvPr/>
        </p:nvSpPr>
        <p:spPr>
          <a:xfrm>
            <a:off x="173620" y="115747"/>
            <a:ext cx="19928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Velocity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Max vel set to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0.5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747B4-1157-170E-1BBD-C60C88D98BCC}"/>
              </a:ext>
            </a:extLst>
          </p:cNvPr>
          <p:cNvSpPr txBox="1"/>
          <p:nvPr/>
        </p:nvSpPr>
        <p:spPr>
          <a:xfrm>
            <a:off x="1878914" y="75529"/>
            <a:ext cx="2306463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LS-DYNA example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element size = 1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overall max vel ~ 0.08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dimensions: 100x100x1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9A967C-A3A6-92E5-B91F-BDDD966B9DA2}"/>
              </a:ext>
            </a:extLst>
          </p:cNvPr>
          <p:cNvSpPr txBox="1"/>
          <p:nvPr/>
        </p:nvSpPr>
        <p:spPr>
          <a:xfrm>
            <a:off x="4573168" y="75529"/>
            <a:ext cx="2065394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squareMesh32x32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element size = 1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overall max vel ~ 0.07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dimensions: 32x32x1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B497E4-C982-229B-ABB5-2CCF770E2AD1}"/>
              </a:ext>
            </a:extLst>
          </p:cNvPr>
          <p:cNvSpPr txBox="1"/>
          <p:nvPr/>
        </p:nvSpPr>
        <p:spPr>
          <a:xfrm>
            <a:off x="7091092" y="75529"/>
            <a:ext cx="1954381" cy="8156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refinedMesh05_32x32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element size = 0.5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overall max vel ~ 0.48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dimensions: 32x32x1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D30F5E-27B2-8FAA-02BF-005FF4E3F242}"/>
              </a:ext>
            </a:extLst>
          </p:cNvPr>
          <p:cNvSpPr txBox="1"/>
          <p:nvPr/>
        </p:nvSpPr>
        <p:spPr>
          <a:xfrm>
            <a:off x="9620443" y="75529"/>
            <a:ext cx="2053767" cy="8156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refinedMesh016_32x32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element size = 0.16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overall max vel ~ 0.42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dimensions: 32x32x1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42724B1-1056-1D64-BCFD-769B63D07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4452" y="889869"/>
            <a:ext cx="1957482" cy="196058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493889E-E563-FF5E-D244-04DD882CC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4452" y="2893000"/>
            <a:ext cx="1957482" cy="196058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3351E95-4A04-B22A-3A60-94803953D5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2276" y="4880692"/>
            <a:ext cx="1941833" cy="194491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D9BFC39-CE0B-0D0A-EFD4-16E5EDEAF05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178" r="-1090"/>
          <a:stretch>
            <a:fillRect/>
          </a:stretch>
        </p:blipFill>
        <p:spPr>
          <a:xfrm>
            <a:off x="11408228" y="578780"/>
            <a:ext cx="792685" cy="144343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A6A1654-2503-D04E-ECF6-85DED5B8ED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1092" y="4882291"/>
            <a:ext cx="1947751" cy="195393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02F8B4A-1577-2902-2B4B-F0E006CF83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1092" y="2893000"/>
            <a:ext cx="1954380" cy="196058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7B2DAD9-FFB1-2BE3-BC9B-E1C1338A93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91092" y="889869"/>
            <a:ext cx="1954381" cy="196058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3605428-22EB-F86F-BC7C-68AFFE6A27B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39201" y="4882292"/>
            <a:ext cx="1937161" cy="194331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1F28C70-0FA8-54F9-E988-6C78B03A5AD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39202" y="2907377"/>
            <a:ext cx="1937161" cy="194331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E0A578E-625F-E7AF-4BBA-DAD93534097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29917" y="891136"/>
            <a:ext cx="1967379" cy="197362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9CE57AA-39D4-F340-6C26-8118632552D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59602" y="4882292"/>
            <a:ext cx="1947751" cy="195393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4120B76-5F0D-B325-3DB6-0907330E295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63255" y="2903886"/>
            <a:ext cx="1940641" cy="194680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7319F476-8D51-A4FC-AD1C-7C883454982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63256" y="891136"/>
            <a:ext cx="1967378" cy="1973624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7DAC4517-1249-C3C3-39BC-C8D4EEAF5C8A}"/>
              </a:ext>
            </a:extLst>
          </p:cNvPr>
          <p:cNvSpPr txBox="1"/>
          <p:nvPr/>
        </p:nvSpPr>
        <p:spPr>
          <a:xfrm>
            <a:off x="265060" y="1652886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Frame 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E322597-9560-42C6-E4E0-A1972FEEA14E}"/>
              </a:ext>
            </a:extLst>
          </p:cNvPr>
          <p:cNvSpPr txBox="1"/>
          <p:nvPr/>
        </p:nvSpPr>
        <p:spPr>
          <a:xfrm>
            <a:off x="275983" y="3429000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Frame 16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5A97397-57EB-5672-8931-CDCDBA16AA6D}"/>
              </a:ext>
            </a:extLst>
          </p:cNvPr>
          <p:cNvSpPr txBox="1"/>
          <p:nvPr/>
        </p:nvSpPr>
        <p:spPr>
          <a:xfrm>
            <a:off x="265060" y="5334519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Frame 27</a:t>
            </a:r>
          </a:p>
        </p:txBody>
      </p:sp>
    </p:spTree>
    <p:extLst>
      <p:ext uri="{BB962C8B-B14F-4D97-AF65-F5344CB8AC3E}">
        <p14:creationId xmlns:p14="http://schemas.microsoft.com/office/powerpoint/2010/main" val="831572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39D2D-35D0-008E-8182-8D61B09E9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23837F-ACB5-D112-0BFB-5551740E7ACC}"/>
              </a:ext>
            </a:extLst>
          </p:cNvPr>
          <p:cNvSpPr txBox="1"/>
          <p:nvPr/>
        </p:nvSpPr>
        <p:spPr>
          <a:xfrm>
            <a:off x="173620" y="115747"/>
            <a:ext cx="21210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Velocity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Max vel set to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0.25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7C15C3C-64EE-9CAF-2408-CA5531992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0588" y="4874776"/>
            <a:ext cx="1944927" cy="194801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8297F25-2702-30C0-130E-A7E718DD8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9702" y="2882958"/>
            <a:ext cx="1944927" cy="194801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85F0727-36A3-2BC3-7B2A-6DD2C1D865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7331" y="891137"/>
            <a:ext cx="1958801" cy="196190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A1F0DBD-62AE-4E81-03AE-FCE28CAC315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626" t="-853" r="7016" b="853"/>
          <a:stretch>
            <a:fillRect/>
          </a:stretch>
        </p:blipFill>
        <p:spPr>
          <a:xfrm>
            <a:off x="11395290" y="626760"/>
            <a:ext cx="796710" cy="14605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921AFB0-3EAE-7B21-BF2A-B89A4B6B8C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1180" y="891136"/>
            <a:ext cx="1958800" cy="196501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50CADB6-EBB8-37BB-9D89-175A6C0F20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1978" y="2882958"/>
            <a:ext cx="1958800" cy="196501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0ADAE35-B19B-C4E9-8C82-D234FD85BB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00545" y="4874779"/>
            <a:ext cx="1944927" cy="195110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79E2751-F781-8483-3414-44955E9A597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31468" y="891136"/>
            <a:ext cx="1958800" cy="196501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858A4F7-847C-16DE-B551-99F5AA68B7D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22700" y="2882958"/>
            <a:ext cx="1958800" cy="196501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BB0941D-6C15-8AEA-60CE-6B0610E93DD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31468" y="4874779"/>
            <a:ext cx="1950032" cy="195622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70FF31A-0FF9-890A-2D3E-7D72192AA23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62658" y="891137"/>
            <a:ext cx="1958801" cy="196501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5AB17728-FA6A-AFA1-3CC9-A7AE3D45AAE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62658" y="2882958"/>
            <a:ext cx="1958801" cy="196501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755060A-F9BB-28A8-86E8-76F590FD25E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62658" y="4885665"/>
            <a:ext cx="1958801" cy="1965019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F3CA8AEB-10B1-B209-7B5C-02B3E1658EC0}"/>
              </a:ext>
            </a:extLst>
          </p:cNvPr>
          <p:cNvSpPr txBox="1"/>
          <p:nvPr/>
        </p:nvSpPr>
        <p:spPr>
          <a:xfrm>
            <a:off x="265060" y="1652886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Frame 10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C416AE5-46F2-0D1A-9463-6AD2ADA10810}"/>
              </a:ext>
            </a:extLst>
          </p:cNvPr>
          <p:cNvSpPr txBox="1"/>
          <p:nvPr/>
        </p:nvSpPr>
        <p:spPr>
          <a:xfrm>
            <a:off x="275983" y="3429000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Frame 16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C462CD6-7206-5FBA-1BF8-D34CBA05AA37}"/>
              </a:ext>
            </a:extLst>
          </p:cNvPr>
          <p:cNvSpPr txBox="1"/>
          <p:nvPr/>
        </p:nvSpPr>
        <p:spPr>
          <a:xfrm>
            <a:off x="265060" y="5334519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Frame 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F367E44-AB3B-8E96-2840-FD49E941B8F1}"/>
              </a:ext>
            </a:extLst>
          </p:cNvPr>
          <p:cNvSpPr txBox="1"/>
          <p:nvPr/>
        </p:nvSpPr>
        <p:spPr>
          <a:xfrm>
            <a:off x="1878914" y="75529"/>
            <a:ext cx="2306463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LS-DYNA example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element size = 1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overall max vel ~ 0.08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dimensions: 100x100x1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0CFE068-F3FE-DC87-E4A6-1034BBC6E8F4}"/>
              </a:ext>
            </a:extLst>
          </p:cNvPr>
          <p:cNvSpPr txBox="1"/>
          <p:nvPr/>
        </p:nvSpPr>
        <p:spPr>
          <a:xfrm>
            <a:off x="4573168" y="75529"/>
            <a:ext cx="2065394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squareMesh32x32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element size = 1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overall max vel ~ 0.07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dimensions: 32x32x1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E7D8A7E-33CF-691F-F3C1-B70596D90AE7}"/>
              </a:ext>
            </a:extLst>
          </p:cNvPr>
          <p:cNvSpPr txBox="1"/>
          <p:nvPr/>
        </p:nvSpPr>
        <p:spPr>
          <a:xfrm>
            <a:off x="7091092" y="75529"/>
            <a:ext cx="1954381" cy="8156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refinedMesh05_32x32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element size = 0.5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overall max vel ~ 0.48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dimensions: 32x32x1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C115DDB-F27B-5B4A-34C5-B0ECA0641061}"/>
              </a:ext>
            </a:extLst>
          </p:cNvPr>
          <p:cNvSpPr txBox="1"/>
          <p:nvPr/>
        </p:nvSpPr>
        <p:spPr>
          <a:xfrm>
            <a:off x="9620443" y="75529"/>
            <a:ext cx="2053767" cy="8156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refinedMesh016_32x32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element size = 0.16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overall max vel ~ 0.42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dimensions: 32x32x1 </a:t>
            </a:r>
          </a:p>
        </p:txBody>
      </p:sp>
    </p:spTree>
    <p:extLst>
      <p:ext uri="{BB962C8B-B14F-4D97-AF65-F5344CB8AC3E}">
        <p14:creationId xmlns:p14="http://schemas.microsoft.com/office/powerpoint/2010/main" val="215408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B5457-F094-9A46-496D-BDED66359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3CB43C7-5315-2B3C-EE4F-AD1326DC582C}"/>
              </a:ext>
            </a:extLst>
          </p:cNvPr>
          <p:cNvSpPr txBox="1"/>
          <p:nvPr/>
        </p:nvSpPr>
        <p:spPr>
          <a:xfrm>
            <a:off x="173620" y="115747"/>
            <a:ext cx="19928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Velocity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Max vel set to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0.1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4AE83DB-88C1-58DE-9F8D-71FACA67CA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t="4692" r="4185"/>
          <a:stretch>
            <a:fillRect/>
          </a:stretch>
        </p:blipFill>
        <p:spPr>
          <a:xfrm>
            <a:off x="11358380" y="659566"/>
            <a:ext cx="827463" cy="145249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02202AE-705C-41AE-9189-007C8D454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1727" y="891136"/>
            <a:ext cx="1958054" cy="196115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E2DE1E6-4199-DE0A-01E7-5FEDA799C2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443" y="2884949"/>
            <a:ext cx="1954951" cy="195804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57C6D2E-DE19-E1D4-7F36-D2F0969897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443" y="4864768"/>
            <a:ext cx="1954780" cy="195787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F4AC6D7-5A34-9A50-8943-0544A0BF8F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0693" y="4866496"/>
            <a:ext cx="1954780" cy="196098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95C86B5-9555-A06C-32CD-34AF972F59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0693" y="2884949"/>
            <a:ext cx="1954951" cy="196115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473616B-6B8C-9D89-C7A4-478DE5D05BD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90694" y="891136"/>
            <a:ext cx="1954951" cy="196115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BE79511-CC36-00C8-8453-D9419F6C635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44413" y="4866496"/>
            <a:ext cx="1927551" cy="193367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C44824F-E968-EF1C-EB87-0DF95B4FE45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44413" y="2890105"/>
            <a:ext cx="1932445" cy="193858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3EF66E0-DADB-DDB4-8E72-820D5C93FDC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44413" y="891136"/>
            <a:ext cx="1954951" cy="196115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7E5CDD2-C1FA-D381-B650-5C21330D4E7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62065" y="4866496"/>
            <a:ext cx="1927551" cy="193367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4081B7C-4198-27B6-81F3-FA33DA8C034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63181" y="2890105"/>
            <a:ext cx="1932445" cy="193858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12B90974-59CF-193C-D82F-0AB36A47D7D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63182" y="903585"/>
            <a:ext cx="1942542" cy="1948708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BBEFAF02-0DAB-B82A-3513-7B979A65DED1}"/>
              </a:ext>
            </a:extLst>
          </p:cNvPr>
          <p:cNvSpPr txBox="1"/>
          <p:nvPr/>
        </p:nvSpPr>
        <p:spPr>
          <a:xfrm>
            <a:off x="265060" y="1652886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Frame 10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07A5E2C-432C-2E00-023E-AE7050912E73}"/>
              </a:ext>
            </a:extLst>
          </p:cNvPr>
          <p:cNvSpPr txBox="1"/>
          <p:nvPr/>
        </p:nvSpPr>
        <p:spPr>
          <a:xfrm>
            <a:off x="275983" y="3429000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Frame 16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9B0DBCF-0B00-5B08-ABF8-2B6F01B78CAE}"/>
              </a:ext>
            </a:extLst>
          </p:cNvPr>
          <p:cNvSpPr txBox="1"/>
          <p:nvPr/>
        </p:nvSpPr>
        <p:spPr>
          <a:xfrm>
            <a:off x="265060" y="5334519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Frame 27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06F059B-7C95-2078-82AB-DF34E7CF4639}"/>
              </a:ext>
            </a:extLst>
          </p:cNvPr>
          <p:cNvSpPr txBox="1"/>
          <p:nvPr/>
        </p:nvSpPr>
        <p:spPr>
          <a:xfrm>
            <a:off x="1878914" y="75529"/>
            <a:ext cx="2306463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LS-DYNA example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element size = 1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overall max vel ~ 0.08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dimensions: 100x100x1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C09B543-7EA8-BE3C-DCF0-39AD15B856CF}"/>
              </a:ext>
            </a:extLst>
          </p:cNvPr>
          <p:cNvSpPr txBox="1"/>
          <p:nvPr/>
        </p:nvSpPr>
        <p:spPr>
          <a:xfrm>
            <a:off x="4573168" y="75529"/>
            <a:ext cx="2065394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squareMesh32x32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element size = 1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overall max vel ~ 0.07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dimensions: 32x32x1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18A0A44-2F9B-D83E-B011-A7EEAF396EE5}"/>
              </a:ext>
            </a:extLst>
          </p:cNvPr>
          <p:cNvSpPr txBox="1"/>
          <p:nvPr/>
        </p:nvSpPr>
        <p:spPr>
          <a:xfrm>
            <a:off x="7091092" y="75529"/>
            <a:ext cx="1954381" cy="8156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refinedMesh05_32x32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element size = 0.5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overall max vel ~ 0.48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dimensions: 32x32x1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F081F82-94DE-CED4-F613-3E54A515728D}"/>
              </a:ext>
            </a:extLst>
          </p:cNvPr>
          <p:cNvSpPr txBox="1"/>
          <p:nvPr/>
        </p:nvSpPr>
        <p:spPr>
          <a:xfrm>
            <a:off x="9620443" y="75529"/>
            <a:ext cx="2053767" cy="8156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refinedMesh016_32x32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element size = 0.16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overall max vel ~ 0.42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dimensions: 32x32x1 </a:t>
            </a:r>
          </a:p>
        </p:txBody>
      </p:sp>
    </p:spTree>
    <p:extLst>
      <p:ext uri="{BB962C8B-B14F-4D97-AF65-F5344CB8AC3E}">
        <p14:creationId xmlns:p14="http://schemas.microsoft.com/office/powerpoint/2010/main" val="2037075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7564</TotalTime>
  <Words>390</Words>
  <Application>Microsoft Macintosh PowerPoint</Application>
  <PresentationFormat>Widescreen</PresentationFormat>
  <Paragraphs>126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Haena Lee</dc:creator>
  <cp:lastModifiedBy>Haena Lee</cp:lastModifiedBy>
  <cp:revision>64</cp:revision>
  <dcterms:created xsi:type="dcterms:W3CDTF">2025-08-14T15:41:13Z</dcterms:created>
  <dcterms:modified xsi:type="dcterms:W3CDTF">2025-08-19T21:46:06Z</dcterms:modified>
</cp:coreProperties>
</file>